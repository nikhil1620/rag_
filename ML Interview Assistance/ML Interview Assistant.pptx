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749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8604" y="1746885"/>
            <a:ext cx="7246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Interview Assistant 🤖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584574" y="2585085"/>
            <a:ext cx="39747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Interview Preparation Tool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212771" y="3209925"/>
            <a:ext cx="71834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Objective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AI-powered assistant for ML interview preparation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personalized responses using uploaded resume context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chat-based interaction with RAG technology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job seekers prepare efficiently for interviews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Approached the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chat interface using Streamlit framework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Groq language model for natural responses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RAG for resume-based context retrieval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response modes (concise vs detailed)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Maintained chat history and session memory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FAISS vectorstore for fast retrieval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embeddings for semantic search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Ensured smooth conversational experience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interactive assistant with resume upload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retrieves relevant sections from resumes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responses using vector embeddings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and restart functionality for multiple sessions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(Part 1)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chat interface with Streamlit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upload and contextual retrieval (PDF)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RAG-based personalized answering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response modes (concise/detailed)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(Part 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memory for continuous conversations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button to reset chat and vectorstore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web search integration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ML Q&amp;A capabilities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7924800" cy="12954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1282"/>
            <a:ext cx="7924800" cy="12954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145282"/>
            <a:ext cx="7924800" cy="12954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5440682"/>
            <a:ext cx="7924800" cy="12954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163068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21031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9260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3985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4500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49225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+ FAISS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7454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62179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 (Part 1)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 PDF resumes reliably across formats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relevant context retrieval from resumes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Avoiding unrelated information in responses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 (Part 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session and vectorstore management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Balancing LLM latency with responsiveness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Maintaining smooth user experience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7513" y="2156460"/>
            <a:ext cx="6488853" cy="142113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71062" y="1503048"/>
            <a:ext cx="200175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48317" y="2600325"/>
            <a:ext cx="14473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Link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47521" y="3019425"/>
            <a:ext cx="563541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90"/>
              </a:lnSpc>
            </a:pPr>
            <a:r>
              <a:rPr lang="en-US" sz="1350" dirty="0">
                <a:highlight>
                  <a:srgbClr val="C0C0C0"/>
                </a:highlight>
              </a:rPr>
              <a:t>https://industrialprojects-g7efvy4gyfcwitxxlgatv7.streamlit.app/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2049782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517" y="2827023"/>
            <a:ext cx="9829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263</Words>
  <Application>Microsoft Office PowerPoint</Application>
  <PresentationFormat>On-screen Show (16:9)</PresentationFormat>
  <Paragraphs>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nikhil ahire</cp:lastModifiedBy>
  <cp:revision>3</cp:revision>
  <dcterms:created xsi:type="dcterms:W3CDTF">2026-03-13T13:48:05Z</dcterms:created>
  <dcterms:modified xsi:type="dcterms:W3CDTF">2026-03-13T13:53:16Z</dcterms:modified>
</cp:coreProperties>
</file>